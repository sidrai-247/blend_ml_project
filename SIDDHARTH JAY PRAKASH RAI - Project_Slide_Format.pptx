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h1c7ed22ee3b87af0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h1c7ed22ee3b87af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h1c7ed22ee3b87af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h1c7ed22ee3b87af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106525" y="211075"/>
            <a:ext cx="8520600" cy="67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Statement</a:t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615550" y="1149100"/>
            <a:ext cx="69354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1)Group Name 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2)Team Name, Roll no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3)Novelty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4) Contributions: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     Member 1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     Member 2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     Member 3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Architecture image only no explanations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Results and Findings in Tabular Format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